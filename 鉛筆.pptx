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2" r:id="rId5"/>
    <p:sldId id="263" r:id="rId6"/>
    <p:sldId id="258" r:id="rId7"/>
    <p:sldId id="261" r:id="rId8"/>
    <p:sldId id="257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7E01"/>
    <a:srgbClr val="FFE13B"/>
    <a:srgbClr val="FEC134"/>
    <a:srgbClr val="FFE5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70"/>
    <p:restoredTop sz="94787"/>
  </p:normalViewPr>
  <p:slideViewPr>
    <p:cSldViewPr snapToGrid="0" snapToObjects="1">
      <p:cViewPr>
        <p:scale>
          <a:sx n="45" d="100"/>
          <a:sy n="45" d="100"/>
        </p:scale>
        <p:origin x="680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31F09-525E-5B4A-AA2B-3C79F78BDFAC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40A4D-9418-6E4E-BE29-2B322C055B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721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40A4D-9418-6E4E-BE29-2B322C055BAA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4402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140A4D-9418-6E4E-BE29-2B322C055BAA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6979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5BE743-D880-D142-97BA-D1B04291E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E20B742-CC62-8B46-BAB9-DA930CA2A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B5D857-9570-0A41-A7C3-23DF03FC3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DB2445-C406-5B4B-BCED-EC184D19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0FCE2A-9980-7246-A520-330A1E78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342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21A22-1B04-994D-9206-7262DEC8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18467-23C8-BB47-89DE-DB41E41DE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C081E5-42CF-924A-9539-F7D7D1F3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BEFF89-BBF3-0148-8394-111D9D90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F19B21-F662-C849-9B2D-3E7267974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3270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3B9CB2-52AF-654C-A0D1-074755667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419FCB-0FDE-1243-A08A-F51A0ED6D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055224-1699-C04C-B9A9-29719CB87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EB1A1C-DFCC-8147-AA06-02691A07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FD53BE-F5B1-EE45-BFFB-D67026C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931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DE5481-DBF9-7747-A539-89775F3E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0ABCF7-3491-664A-87AC-2F8C1375B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499E08F-A18A-FD40-895E-4A23CB895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CD20F2-0BDD-B44B-9924-9F3BCA03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B0A7E74-E7E5-AA45-B427-39C1BC09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BC735F-ECD3-1B45-BA8B-6BDD974C2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7015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0DD26A-5C52-8A4E-9223-E0AA765F3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38D30F-3124-5843-97B3-85476ABBD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1D4C0AE-0417-234B-837D-A6EEEAA2C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1CA8B3A-0DEF-A34B-BDAB-F1E9DCA80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8EE36A3-3782-E249-88E0-0049AB310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767DBC5-1C23-5044-A0F8-DFDD4165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9F95AF8-4071-F44C-B50D-9CB4389A8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CF1A75E-9A4E-F84B-B9EC-5A84D857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962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E1E0B2-1EC9-CD42-A781-118ABA7C5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C64C3AE-1C07-CF4D-BC6A-E3FE4F6D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F0B3D20-E2C4-BC40-AD66-A4C95036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86BC37-A457-8F43-8246-9B1D55BE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7298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ADF7A96-6FE2-0047-B2B7-06EED5C7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DDCEBE7-A444-8043-8045-79CF15D8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F99EC1-9802-B04A-8455-8202C860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8613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7FC6C9-C3E1-104B-A295-F9B11D33D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848930-6565-F049-ACFB-13154CE09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FA790C-FBF4-7E46-B07B-A60ECE368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7D7391-F11B-F442-BAD4-ADB860DED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7EA454-1D11-C046-8104-CEFF111A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9F4A9D-1850-9A49-9020-EEF5F9AF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0282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4FC75-28EA-5E43-9A65-E9ECD83C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D69912-2747-2C49-A8F5-E61BDFE46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C38D6BD-8799-3348-BE17-E56338BC7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564B7D-4E4F-924E-8956-6B2C7CA2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987CD7-920D-6242-A914-78B4B221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8A2E2E-AB16-984B-9702-70390845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6981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E37F28-05C6-3147-BA43-8BBA7164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023A18C-37FE-1D42-BBC6-7B9EF4D7A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F59339-D138-0D48-8989-3CEB188DD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FF287F-B39B-5F48-81D9-9979B5D1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498E1B-2182-7C44-956C-EB770C54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9323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F2F8904-4BC5-2D41-A24D-48ED08419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462EE0A-536E-A14C-B013-B1AE11ABD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9FE732-507D-3B45-AF15-70461939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3A2021-1CBF-444F-B86B-81011FC45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C86862-026A-B644-98CC-8777523E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070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9ED72B7-1FF8-734F-99D9-7DD1640D0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6A6AA2-3648-664C-BE83-CAA0C6E17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9D3805-76AA-2F49-AFEA-1AF51D5DE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B35CE-0E07-D548-B18C-516DA8438836}" type="datetimeFigureOut">
              <a:rPr kumimoji="1" lang="zh-TW" altLang="en-US" smtClean="0"/>
              <a:t>2025/11/12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27F18E-0984-9645-8239-732B269D0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F98DB4-A1B0-7242-8DF2-D44B86830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E167B-EA12-4745-84D3-8B59F0FCD8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289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>
            <a:extLst>
              <a:ext uri="{FF2B5EF4-FFF2-40B4-BE49-F238E27FC236}">
                <a16:creationId xmlns:a16="http://schemas.microsoft.com/office/drawing/2014/main" id="{F08C5E44-F8ED-754E-960B-514668D523F7}"/>
              </a:ext>
            </a:extLst>
          </p:cNvPr>
          <p:cNvSpPr/>
          <p:nvPr/>
        </p:nvSpPr>
        <p:spPr>
          <a:xfrm>
            <a:off x="3935506" y="1165412"/>
            <a:ext cx="4320988" cy="4271682"/>
          </a:xfrm>
          <a:prstGeom prst="ellipse">
            <a:avLst/>
          </a:prstGeom>
          <a:gradFill flip="none" rotWithShape="1">
            <a:gsLst>
              <a:gs pos="0">
                <a:srgbClr val="FEC134"/>
              </a:gs>
              <a:gs pos="21000">
                <a:srgbClr val="FFD739">
                  <a:lumMod val="97000"/>
                  <a:lumOff val="3000"/>
                </a:srgbClr>
              </a:gs>
              <a:gs pos="100000">
                <a:srgbClr val="FFFF00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82617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>
            <a:extLst>
              <a:ext uri="{FF2B5EF4-FFF2-40B4-BE49-F238E27FC236}">
                <a16:creationId xmlns:a16="http://schemas.microsoft.com/office/drawing/2014/main" id="{F08C5E44-F8ED-754E-960B-514668D523F7}"/>
              </a:ext>
            </a:extLst>
          </p:cNvPr>
          <p:cNvSpPr/>
          <p:nvPr/>
        </p:nvSpPr>
        <p:spPr>
          <a:xfrm>
            <a:off x="3935506" y="1165412"/>
            <a:ext cx="4320988" cy="4271682"/>
          </a:xfrm>
          <a:prstGeom prst="ellipse">
            <a:avLst/>
          </a:prstGeom>
          <a:gradFill flip="none" rotWithShape="1">
            <a:gsLst>
              <a:gs pos="0">
                <a:srgbClr val="FEC134"/>
              </a:gs>
              <a:gs pos="21000">
                <a:srgbClr val="FFD739">
                  <a:lumMod val="97000"/>
                  <a:lumOff val="3000"/>
                </a:srgbClr>
              </a:gs>
              <a:gs pos="100000">
                <a:srgbClr val="FFFF00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72D14E4-7D18-554D-B413-E19A24654D0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44800" y="177800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15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形 11">
            <a:extLst>
              <a:ext uri="{FF2B5EF4-FFF2-40B4-BE49-F238E27FC236}">
                <a16:creationId xmlns:a16="http://schemas.microsoft.com/office/drawing/2014/main" id="{3274D939-9340-7848-88E4-C4D10D37C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4282" y="659381"/>
            <a:ext cx="5283741" cy="5283741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F08C5E44-F8ED-754E-960B-514668D523F7}"/>
              </a:ext>
            </a:extLst>
          </p:cNvPr>
          <p:cNvSpPr/>
          <p:nvPr/>
        </p:nvSpPr>
        <p:spPr>
          <a:xfrm>
            <a:off x="-265994" y="1165411"/>
            <a:ext cx="4320988" cy="4271682"/>
          </a:xfrm>
          <a:prstGeom prst="ellipse">
            <a:avLst/>
          </a:prstGeom>
          <a:gradFill flip="none" rotWithShape="1">
            <a:gsLst>
              <a:gs pos="0">
                <a:srgbClr val="FEC134"/>
              </a:gs>
              <a:gs pos="21000">
                <a:srgbClr val="FFD739">
                  <a:lumMod val="97000"/>
                  <a:lumOff val="3000"/>
                </a:srgbClr>
              </a:gs>
              <a:gs pos="100000">
                <a:srgbClr val="FFFF00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A46D8A-2FD0-E148-8958-541C72B844F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498934">
            <a:off x="5189144" y="33811"/>
            <a:ext cx="6790378" cy="679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7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形 11">
            <a:extLst>
              <a:ext uri="{FF2B5EF4-FFF2-40B4-BE49-F238E27FC236}">
                <a16:creationId xmlns:a16="http://schemas.microsoft.com/office/drawing/2014/main" id="{3274D939-9340-7848-88E4-C4D10D37C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787129"/>
            <a:ext cx="5283741" cy="5283741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F08C5E44-F8ED-754E-960B-514668D523F7}"/>
              </a:ext>
            </a:extLst>
          </p:cNvPr>
          <p:cNvSpPr/>
          <p:nvPr/>
        </p:nvSpPr>
        <p:spPr>
          <a:xfrm>
            <a:off x="245580" y="1517104"/>
            <a:ext cx="4320988" cy="4271682"/>
          </a:xfrm>
          <a:prstGeom prst="ellipse">
            <a:avLst/>
          </a:prstGeom>
          <a:gradFill flip="none" rotWithShape="1">
            <a:gsLst>
              <a:gs pos="0">
                <a:srgbClr val="FEC134"/>
              </a:gs>
              <a:gs pos="21000">
                <a:srgbClr val="FFD739">
                  <a:lumMod val="97000"/>
                  <a:lumOff val="3000"/>
                </a:srgbClr>
              </a:gs>
              <a:gs pos="100000">
                <a:srgbClr val="FFFF00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A46D8A-2FD0-E148-8958-541C72B844F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2918">
            <a:off x="5508917" y="257756"/>
            <a:ext cx="6790378" cy="6790378"/>
          </a:xfrm>
          <a:prstGeom prst="rect">
            <a:avLst/>
          </a:prstGeom>
          <a:effectLst>
            <a:outerShdw blurRad="1119404" dist="559415" dir="2700000" sx="96000" sy="96000" algn="tl" rotWithShape="0">
              <a:schemeClr val="accent4">
                <a:lumMod val="75000"/>
                <a:alpha val="4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147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形 11">
            <a:extLst>
              <a:ext uri="{FF2B5EF4-FFF2-40B4-BE49-F238E27FC236}">
                <a16:creationId xmlns:a16="http://schemas.microsoft.com/office/drawing/2014/main" id="{3274D939-9340-7848-88E4-C4D10D37C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787129"/>
            <a:ext cx="5283741" cy="5283741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F08C5E44-F8ED-754E-960B-514668D523F7}"/>
              </a:ext>
            </a:extLst>
          </p:cNvPr>
          <p:cNvSpPr/>
          <p:nvPr/>
        </p:nvSpPr>
        <p:spPr>
          <a:xfrm>
            <a:off x="245580" y="1517104"/>
            <a:ext cx="4320988" cy="4271682"/>
          </a:xfrm>
          <a:prstGeom prst="ellipse">
            <a:avLst/>
          </a:prstGeom>
          <a:gradFill flip="none" rotWithShape="1">
            <a:gsLst>
              <a:gs pos="0">
                <a:srgbClr val="FEC134"/>
              </a:gs>
              <a:gs pos="21000">
                <a:srgbClr val="FFD739">
                  <a:lumMod val="97000"/>
                  <a:lumOff val="3000"/>
                </a:srgbClr>
              </a:gs>
              <a:gs pos="100000">
                <a:srgbClr val="FFFF00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C9E78ED-DC01-DF4D-BB64-D6535ED7B3F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44466">
            <a:off x="5688131" y="290126"/>
            <a:ext cx="6725635" cy="672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8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>
            <a:extLst>
              <a:ext uri="{FF2B5EF4-FFF2-40B4-BE49-F238E27FC236}">
                <a16:creationId xmlns:a16="http://schemas.microsoft.com/office/drawing/2014/main" id="{F08C5E44-F8ED-754E-960B-514668D523F7}"/>
              </a:ext>
            </a:extLst>
          </p:cNvPr>
          <p:cNvSpPr/>
          <p:nvPr/>
        </p:nvSpPr>
        <p:spPr>
          <a:xfrm>
            <a:off x="-455079" y="1361285"/>
            <a:ext cx="4814047" cy="4766982"/>
          </a:xfrm>
          <a:prstGeom prst="ellipse">
            <a:avLst/>
          </a:prstGeom>
          <a:gradFill flip="none" rotWithShape="1">
            <a:gsLst>
              <a:gs pos="0">
                <a:srgbClr val="FEC134"/>
              </a:gs>
              <a:gs pos="21000">
                <a:srgbClr val="FFD739">
                  <a:lumMod val="97000"/>
                  <a:lumOff val="3000"/>
                </a:srgbClr>
              </a:gs>
              <a:gs pos="100000">
                <a:srgbClr val="FFFF00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174A278-1ED2-7D40-90F6-5AA04D3E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647" y="833848"/>
            <a:ext cx="5110452" cy="5190303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65AE6CD0-C516-B143-AB9F-5FD7D48917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982379">
            <a:off x="5472788" y="493576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6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3D7E8C1-521C-2549-AB5A-82EBD9614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1711" y="0"/>
            <a:ext cx="5465177" cy="6530424"/>
          </a:xfr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1D72740-F97B-C64C-8D1B-035D34AB159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44466">
            <a:off x="4316425" y="533217"/>
            <a:ext cx="6315834" cy="631583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A17DC47-2561-5A4C-A50C-CA87ABFBD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782" y="1250063"/>
            <a:ext cx="3110570" cy="423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150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5D99BC-1C18-3645-AA94-4020C2449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40398D3-0B13-4B4D-9905-0390748BF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30927">
            <a:off x="6853512" y="1686736"/>
            <a:ext cx="3321989" cy="440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FBF44F04-911F-6240-B959-5FFDD452B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09097">
            <a:off x="6556671" y="2127278"/>
            <a:ext cx="4351338" cy="43513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EFB1C96-9573-BD4E-A44C-071C989E1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871" y="1952030"/>
            <a:ext cx="3561202" cy="470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內容版面配置區 7">
            <a:extLst>
              <a:ext uri="{FF2B5EF4-FFF2-40B4-BE49-F238E27FC236}">
                <a16:creationId xmlns:a16="http://schemas.microsoft.com/office/drawing/2014/main" id="{63AEC4D3-D1A8-3047-8403-DF48F2726AB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09097">
            <a:off x="2206293" y="2121284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5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C3FBD220-C746-B041-B6AC-FA9D452B4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39940">
            <a:off x="7424360" y="1939246"/>
            <a:ext cx="2979334" cy="3584512"/>
          </a:xfrm>
          <a:prstGeom prst="rect">
            <a:avLst/>
          </a:prstGeom>
          <a:effectLst>
            <a:outerShdw blurRad="344127" dist="152088" dir="2220000" sx="107000" sy="107000" algn="ctr" rotWithShape="0">
              <a:schemeClr val="tx2">
                <a:lumMod val="50000"/>
                <a:alpha val="48000"/>
              </a:schemeClr>
            </a:outerShdw>
          </a:effectLst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FBF44F04-911F-6240-B959-5FFDD452B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8446" y="1677826"/>
            <a:ext cx="4570422" cy="457042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3032C28-279E-CD49-B576-EB4A535C9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024" y="2170782"/>
            <a:ext cx="2979334" cy="3584512"/>
          </a:xfrm>
          <a:prstGeom prst="rect">
            <a:avLst/>
          </a:prstGeom>
          <a:effectLst>
            <a:outerShdw blurRad="344127" dist="152088" dir="2220000" sx="107000" sy="107000" algn="ctr" rotWithShape="0">
              <a:schemeClr val="tx2">
                <a:lumMod val="50000"/>
                <a:alpha val="48000"/>
              </a:schemeClr>
            </a:outerShdw>
          </a:effectLst>
        </p:spPr>
      </p:pic>
      <p:pic>
        <p:nvPicPr>
          <p:cNvPr id="13" name="內容版面配置區 7">
            <a:extLst>
              <a:ext uri="{FF2B5EF4-FFF2-40B4-BE49-F238E27FC236}">
                <a16:creationId xmlns:a16="http://schemas.microsoft.com/office/drawing/2014/main" id="{9FA150BE-7DC5-074E-A711-C42230DA1A3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77759">
            <a:off x="1666659" y="1787368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72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</Words>
  <Application>Microsoft Macintosh PowerPoint</Application>
  <PresentationFormat>寬螢幕</PresentationFormat>
  <Paragraphs>2</Paragraphs>
  <Slides>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劉定儀Deanliu</dc:creator>
  <cp:lastModifiedBy>劉定儀Deanliu</cp:lastModifiedBy>
  <cp:revision>5</cp:revision>
  <dcterms:created xsi:type="dcterms:W3CDTF">2025-11-12T01:05:19Z</dcterms:created>
  <dcterms:modified xsi:type="dcterms:W3CDTF">2025-11-12T03:09:47Z</dcterms:modified>
</cp:coreProperties>
</file>